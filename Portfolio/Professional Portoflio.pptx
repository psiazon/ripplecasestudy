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0253F"/>
                </a:solidFill>
              </a:defRPr>
            </a:pPr>
            <a:r>
              <a:t>DLX Digital Lending Platform</a:t>
            </a:r>
            <a:br/>
            <a:r>
              <a:t>Senior Backend Engineer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4389120"/>
            <a:ext cx="411480" cy="137160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09760" y="4023359"/>
            <a:ext cx="411480" cy="1554480"/>
          </a:xfrm>
          <a:prstGeom prst="round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3657600"/>
            <a:ext cx="411480" cy="1737360"/>
          </a:xfrm>
          <a:prstGeom prst="round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5AAA"/>
                </a:solidFill>
              </a:defRPr>
            </a:pPr>
            <a:r>
              <a:t>Cloud • Microservices • Azure • APIs •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Modernize loan origination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Integrate multiple lending providers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Reduce manual processing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Build scalable cloud-native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My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Senior Full Stack Engineer (Backend focus)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Designed ASP.NET Core REST APIs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Built Azure Functions &amp; microservices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Integrated MeridianLink, Temenos &amp; Origence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Implemented OAuth2/JWT, SQL Server &amp;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Clean Architecture + CQRS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Azure Functions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Azure Service Bus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SQL Server + EF Core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Azure API Management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Application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Different third-party APIs → Adapter pattern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High transaction volume → Asynchronous messaging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Reliability → Retry, circuit breaker, dead-letter queues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Maintainability → Dependency Injection &amp; abstractions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✓ Faster onboarding of financial institutions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✓ Improved scalability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✓ Higher resiliency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✓ Better code quality &amp; automated deployments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Design for future change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Invest in observability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Reusable abstractions save time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Cross-team collaboration drives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I'd Do Differently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Implement OpenTelemetry from Day 1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Expand contract &amp; integration testing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Use AI-assisted code reviews earlier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Increase deployment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I'm a Strong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" cy="5212080"/>
          </a:xfrm>
          <a:prstGeom prst="rect">
            <a:avLst/>
          </a:prstGeom>
          <a:solidFill>
            <a:srgbClr val="00AADC"/>
          </a:solidFill>
          <a:ln>
            <a:solidFill>
              <a:srgbClr val="00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253F"/>
                </a:solidFill>
              </a:defRPr>
            </a:pPr>
            <a:r>
              <a:t>• 20+ years building enterprise solutions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Azure-native backend engineering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Microservices &amp; distributed systems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Security-first API development</a:t>
            </a:r>
          </a:p>
          <a:p>
            <a:pPr>
              <a:defRPr sz="2400">
                <a:solidFill>
                  <a:srgbClr val="10253F"/>
                </a:solidFill>
              </a:defRPr>
            </a:pPr>
            <a:r>
              <a:t>• Leadership, mentoring &amp; measurable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5303520"/>
            <a:ext cx="2560320" cy="731520"/>
          </a:xfrm>
          <a:prstGeom prst="round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